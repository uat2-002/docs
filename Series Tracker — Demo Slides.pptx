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3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9431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781300"/>
            <a:ext cx="10566400" cy="326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9431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781300"/>
            <a:ext cx="10566400" cy="326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9431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781300"/>
            <a:ext cx="10566400" cy="326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9431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781300"/>
            <a:ext cx="10566400" cy="326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9431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00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781300"/>
            <a:ext cx="10566400" cy="326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slideLayout" Target="../slideLayouts/slideLayout4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ries Tracker on a computer: the Stranger Things page with episode progress">    </p:cNvPr>
          <p:cNvPicPr>
            <a:picLocks noChangeAspect="1"/>
          </p:cNvPicPr>
          <p:nvPr/>
        </p:nvPicPr>
        <p:blipFill>
          <a:blip r:embed="rId1"/>
          <a:srcRect l="0" r="0" t="76" b="76"/>
          <a:stretch/>
        </p:blipFill>
        <p:spPr>
          <a:xfrm>
            <a:off x="5594350" y="1504950"/>
            <a:ext cx="5321300" cy="2857500"/>
          </a:xfrm>
          <a:prstGeom prst="roundRect">
            <a:avLst>
              <a:gd name="adj" fmla="val 3778"/>
            </a:avLst>
          </a:prstGeom>
          <a:effectLst>
            <a:outerShdw sx="100000" sy="100000" kx="0" ky="0" algn="bl" rotWithShape="0" blurRad="406400" dist="152400" dir="5400000">
              <a:srgbClr val="000000">
                <a:alpha val="60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5591175" y="1501775"/>
            <a:ext cx="5327650" cy="2863850"/>
          </a:xfrm>
          <a:prstGeom prst="roundRect">
            <a:avLst>
              <a:gd name="adj" fmla="val 3880"/>
            </a:avLst>
          </a:prstGeom>
          <a:noFill/>
          <a:ln w="6350">
            <a:solidFill>
              <a:srgbClr val="2E2E38"/>
            </a:solidFill>
            <a:prstDash val="solid"/>
          </a:ln>
        </p:spPr>
      </p:sp>
      <p:pic>
        <p:nvPicPr>
          <p:cNvPr id="4" name="Image 1" descr="Series Tracker on a phone: Max's list">    </p:cNvPr>
          <p:cNvPicPr>
            <a:picLocks noChangeAspect="1"/>
          </p:cNvPicPr>
          <p:nvPr/>
        </p:nvPicPr>
        <p:blipFill>
          <a:blip r:embed="rId2"/>
          <a:srcRect l="1399" r="1399" t="0" b="0"/>
          <a:stretch/>
        </p:blipFill>
        <p:spPr>
          <a:xfrm>
            <a:off x="9893300" y="2705100"/>
            <a:ext cx="1346200" cy="2997200"/>
          </a:xfrm>
          <a:prstGeom prst="roundRect">
            <a:avLst>
              <a:gd name="adj" fmla="val 10377"/>
            </a:avLst>
          </a:prstGeom>
          <a:effectLst>
            <a:outerShdw sx="100000" sy="100000" kx="0" ky="0" algn="bl" rotWithShape="0" blurRad="406400" dist="152400" dir="5400000">
              <a:srgbClr val="000000">
                <a:alpha val="70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9874250" y="2686050"/>
            <a:ext cx="1384300" cy="3035300"/>
          </a:xfrm>
          <a:prstGeom prst="roundRect">
            <a:avLst>
              <a:gd name="adj" fmla="val 11468"/>
            </a:avLst>
          </a:prstGeom>
          <a:noFill/>
          <a:ln w="38100">
            <a:solidFill>
              <a:srgbClr val="1A1A2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12800" y="1771749"/>
            <a:ext cx="470916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TECH STUDIO · SOFTSERVE ACADEMY</a:t>
            </a:r>
            <a:endParaRPr lang="en-US" sz="1400" dirty="0"/>
          </a:p>
        </p:txBody>
      </p:sp>
      <p:sp>
        <p:nvSpPr>
          <p:cNvPr id="7" name="Text 3"/>
          <p:cNvSpPr/>
          <p:nvPr>
            <p:ph type="title"/>
          </p:nvPr>
        </p:nvSpPr>
        <p:spPr>
          <a:xfrm>
            <a:off x="812800" y="2447230"/>
            <a:ext cx="4578350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500" b="1" i="0" spc="-150" kern="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Series Tracker</a:t>
            </a:r>
            <a:endParaRPr lang="en-US" sz="7500" dirty="0"/>
          </a:p>
        </p:txBody>
      </p:sp>
      <p:sp>
        <p:nvSpPr>
          <p:cNvPr id="8" name="Text 4"/>
          <p:cNvSpPr/>
          <p:nvPr/>
        </p:nvSpPr>
        <p:spPr>
          <a:xfrm>
            <a:off x="812800" y="4491930"/>
            <a:ext cx="53340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CF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forget where you stopped.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12800" y="6202759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demo · October 12,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64971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i="0" spc="-75" kern="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team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12800" y="228471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7 – October 12,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3112691"/>
            <a:ext cx="863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DEVELOPERS</a:t>
            </a:r>
            <a:endParaRPr lang="en-US" sz="1200" dirty="0"/>
          </a:p>
        </p:txBody>
      </p:sp>
      <p:pic>
        <p:nvPicPr>
          <p:cNvPr id="5" name="Image 0" descr="Oleksii Strotskyi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3503811"/>
            <a:ext cx="1066800" cy="1066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1700" y="3491111"/>
            <a:ext cx="1092200" cy="1092200"/>
          </a:xfrm>
          <a:prstGeom prst="ellips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3598" y="4710311"/>
            <a:ext cx="88840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Oleksii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Strotskyi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11400" y="3478411"/>
            <a:ext cx="1117600" cy="1117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584450" y="4710311"/>
            <a:ext cx="571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Elvira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</a:t>
            </a:r>
            <a:endParaRPr lang="en-US" sz="1500" dirty="0"/>
          </a:p>
        </p:txBody>
      </p:sp>
      <p:pic>
        <p:nvPicPr>
          <p:cNvPr id="10" name="Image 1" descr="Anna Malchevsk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59200" y="3503811"/>
            <a:ext cx="1066800" cy="1066800"/>
          </a:xfrm>
          <a:prstGeom prst="ellipse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46500" y="3491111"/>
            <a:ext cx="1092200" cy="1092200"/>
          </a:xfrm>
          <a:prstGeom prst="ellipse">
            <a:avLst/>
          </a:prstGeom>
          <a:noFill/>
          <a:ln w="25400">
            <a:solidFill>
              <a:srgbClr val="BE123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05920" y="4710311"/>
            <a:ext cx="117336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Anna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Malchevska</a:t>
            </a:r>
            <a:endParaRPr lang="en-US" sz="1500" dirty="0"/>
          </a:p>
        </p:txBody>
      </p:sp>
      <p:pic>
        <p:nvPicPr>
          <p:cNvPr id="13" name="Image 2" descr="Sofiia Malysheva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81600" y="3503811"/>
            <a:ext cx="1066800" cy="1066800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168900" y="3491111"/>
            <a:ext cx="1092200" cy="1092200"/>
          </a:xfrm>
          <a:prstGeom prst="ellips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182195" y="4710311"/>
            <a:ext cx="106551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Sofiia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Malysheva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578600" y="3478411"/>
            <a:ext cx="1117600" cy="11176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YD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6480969" y="4710311"/>
            <a:ext cx="131276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Yaroslav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Dyrektorenko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01000" y="3478411"/>
            <a:ext cx="1117600" cy="1117600"/>
          </a:xfrm>
          <a:prstGeom prst="roundRect">
            <a:avLst>
              <a:gd name="adj" fmla="val 50000"/>
            </a:avLst>
          </a:prstGeom>
          <a:solidFill>
            <a:srgbClr val="7E22C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8155186" y="4710311"/>
            <a:ext cx="8092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Sofiia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Perkova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448800" y="3112691"/>
            <a:ext cx="12700" cy="2095500"/>
          </a:xfrm>
          <a:prstGeom prst="rect">
            <a:avLst/>
          </a:prstGeom>
          <a:solidFill>
            <a:srgbClr val="33333D"/>
          </a:solidFill>
          <a:ln/>
        </p:spPr>
      </p:sp>
      <p:sp>
        <p:nvSpPr>
          <p:cNvPr id="21" name="Text 16"/>
          <p:cNvSpPr/>
          <p:nvPr/>
        </p:nvSpPr>
        <p:spPr>
          <a:xfrm>
            <a:off x="9715500" y="3112691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</a:t>
            </a:r>
            <a:endParaRPr lang="en-US" sz="1200" dirty="0"/>
          </a:p>
        </p:txBody>
      </p:sp>
      <p:pic>
        <p:nvPicPr>
          <p:cNvPr id="22" name="Image 3" descr="Serhii Stary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17100" y="3503811"/>
            <a:ext cx="1066800" cy="1066800"/>
          </a:xfrm>
          <a:prstGeom prst="ellipse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804400" y="3491111"/>
            <a:ext cx="1092200" cy="1092200"/>
          </a:xfrm>
          <a:prstGeom prst="ellips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0018911" y="4710311"/>
            <a:ext cx="6630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3F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Serhii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Staryk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300000">
            <a:off x="663575" y="612775"/>
            <a:ext cx="9588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3" name="Image 0" descr="Git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21300000">
            <a:off x="781944" y="706278"/>
            <a:ext cx="254000" cy="25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 rot="21300000">
            <a:off x="1125167" y="677806"/>
            <a:ext cx="2921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 rot="180000">
            <a:off x="1501775" y="1247775"/>
            <a:ext cx="12890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6" name="Image 1" descr="GitHub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 rot="180000">
            <a:off x="1619798" y="1299863"/>
            <a:ext cx="254000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 rot="180000">
            <a:off x="1960452" y="1331225"/>
            <a:ext cx="6477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 rot="21420000">
            <a:off x="612775" y="1908175"/>
            <a:ext cx="21717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9" name="Image 2" descr="GitHub Actions lo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21420000">
            <a:off x="731403" y="2025235"/>
            <a:ext cx="254000" cy="254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 rot="21420000">
            <a:off x="1073155" y="1981896"/>
            <a:ext cx="13462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 rot="240000">
            <a:off x="1844675" y="2593975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3" descr="Vite log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 rot="240000">
            <a:off x="1962854" y="2646846"/>
            <a:ext cx="254000" cy="254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 rot="240000">
            <a:off x="2303467" y="2678754"/>
            <a:ext cx="3937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 rot="21360000">
            <a:off x="714375" y="3254375"/>
            <a:ext cx="19494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15" name="Image 4" descr="React Router logo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 rot="21360000">
            <a:off x="833629" y="3378340"/>
            <a:ext cx="254000" cy="254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 rot="21360000">
            <a:off x="1176924" y="3326236"/>
            <a:ext cx="11493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Router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 rot="180000">
            <a:off x="2022475" y="3940175"/>
            <a:ext cx="11747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18" name="Image 5" descr="axios logo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180000">
            <a:off x="2140420" y="3995254"/>
            <a:ext cx="254000" cy="254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 rot="180000">
            <a:off x="2481268" y="4022966"/>
            <a:ext cx="5080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axios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 rot="21480000">
            <a:off x="612775" y="4600575"/>
            <a:ext cx="21717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21" name="Image 6" descr="TanStack Query logo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 rot="21480000">
            <a:off x="730763" y="4702964"/>
            <a:ext cx="254000" cy="2540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 rot="21480000">
            <a:off x="1072399" y="4673705"/>
            <a:ext cx="14287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Query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 rot="240000">
            <a:off x="1577975" y="5286375"/>
            <a:ext cx="19494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24" name="Image 7" descr="Tailwind CSS logo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 rot="240000">
            <a:off x="1697229" y="5308460"/>
            <a:ext cx="254000" cy="2540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 rot="240000">
            <a:off x="2036395" y="5367576"/>
            <a:ext cx="11747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26" name="Shape 16"/>
          <p:cNvSpPr/>
          <p:nvPr/>
        </p:nvSpPr>
        <p:spPr>
          <a:xfrm rot="240000">
            <a:off x="10093325" y="612775"/>
            <a:ext cx="13970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27" name="Image 8" descr="Node.js logo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 rot="240000">
            <a:off x="10211906" y="654129"/>
            <a:ext cx="254000" cy="2540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 rot="240000">
            <a:off x="10552479" y="697136"/>
            <a:ext cx="7112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1400" dirty="0"/>
          </a:p>
        </p:txBody>
      </p:sp>
      <p:sp>
        <p:nvSpPr>
          <p:cNvPr id="29" name="Shape 18"/>
          <p:cNvSpPr/>
          <p:nvPr/>
        </p:nvSpPr>
        <p:spPr>
          <a:xfrm rot="21420000">
            <a:off x="9331325" y="1247775"/>
            <a:ext cx="13970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30" name="Image 9" descr="Express logo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 rot="21420000">
            <a:off x="9449422" y="1344561"/>
            <a:ext cx="254000" cy="2540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 rot="21420000">
            <a:off x="9792781" y="1317114"/>
            <a:ext cx="7366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</a:t>
            </a:r>
            <a:endParaRPr lang="en-US" sz="1400" dirty="0"/>
          </a:p>
        </p:txBody>
      </p:sp>
      <p:sp>
        <p:nvSpPr>
          <p:cNvPr id="32" name="Shape 20"/>
          <p:cNvSpPr/>
          <p:nvPr/>
        </p:nvSpPr>
        <p:spPr>
          <a:xfrm rot="180000">
            <a:off x="10213975" y="1908175"/>
            <a:ext cx="12890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33" name="Image 10" descr="Prisma logo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 rot="180000">
            <a:off x="10331998" y="1960263"/>
            <a:ext cx="254000" cy="2540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 rot="180000">
            <a:off x="10674638" y="1991563"/>
            <a:ext cx="6413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</a:t>
            </a:r>
            <a:endParaRPr lang="en-US" sz="1400" dirty="0"/>
          </a:p>
        </p:txBody>
      </p:sp>
      <p:sp>
        <p:nvSpPr>
          <p:cNvPr id="35" name="Shape 22"/>
          <p:cNvSpPr/>
          <p:nvPr/>
        </p:nvSpPr>
        <p:spPr>
          <a:xfrm rot="21360000">
            <a:off x="9725025" y="2593975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36" name="Image 11" descr="Neon logo">    </p:cNvPr>
          <p:cNvPicPr>
            <a:picLocks noChangeAspect="1"/>
          </p:cNvPicPr>
          <p:nvPr/>
        </p:nvPicPr>
        <p:blipFill>
          <a:blip r:embed="rId12"/>
          <a:srcRect l="0" r="0" t="-2632" b="-2632"/>
          <a:stretch/>
        </p:blipFill>
        <p:spPr>
          <a:xfrm rot="21360000">
            <a:off x="9843912" y="2687548"/>
            <a:ext cx="241300" cy="2540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 rot="21360000">
            <a:off x="10173892" y="2659022"/>
            <a:ext cx="4889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Neon</a:t>
            </a:r>
            <a:endParaRPr lang="en-US" sz="1400" dirty="0"/>
          </a:p>
        </p:txBody>
      </p:sp>
      <p:sp>
        <p:nvSpPr>
          <p:cNvPr id="38" name="Shape 24"/>
          <p:cNvSpPr/>
          <p:nvPr/>
        </p:nvSpPr>
        <p:spPr>
          <a:xfrm rot="120000">
            <a:off x="9737725" y="3254375"/>
            <a:ext cx="17272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39" name="Image 12" descr="PostgreSQL logo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 rot="120000">
            <a:off x="9855577" y="3305793"/>
            <a:ext cx="254000" cy="254000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 rot="120000">
            <a:off x="10198073" y="3335128"/>
            <a:ext cx="10668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41" name="Shape 26"/>
          <p:cNvSpPr/>
          <p:nvPr/>
        </p:nvSpPr>
        <p:spPr>
          <a:xfrm rot="21420000">
            <a:off x="9705975" y="3940175"/>
            <a:ext cx="9588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42" name="Image 13" descr="JWT logo">    </p:cNvPr>
          <p:cNvPicPr>
            <a:picLocks noChangeAspect="1"/>
          </p:cNvPicPr>
          <p:nvPr/>
        </p:nvPicPr>
        <p:blipFill>
          <a:blip r:embed="rId14"/>
          <a:srcRect l="0" r="0" t="-7143" b="-7143"/>
          <a:stretch/>
        </p:blipFill>
        <p:spPr>
          <a:xfrm rot="21420000">
            <a:off x="9823348" y="4026351"/>
            <a:ext cx="222250" cy="254000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 rot="21420000">
            <a:off x="10134614" y="4008571"/>
            <a:ext cx="4000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</a:t>
            </a:r>
            <a:endParaRPr lang="en-US" sz="1400" dirty="0"/>
          </a:p>
        </p:txBody>
      </p:sp>
      <p:sp>
        <p:nvSpPr>
          <p:cNvPr id="44" name="Shape 28"/>
          <p:cNvSpPr/>
          <p:nvPr/>
        </p:nvSpPr>
        <p:spPr>
          <a:xfrm rot="240000">
            <a:off x="10531475" y="4600575"/>
            <a:ext cx="9588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45" name="Image 14" descr="Zod logo">    </p:cNvPr>
          <p:cNvPicPr>
            <a:picLocks noChangeAspect="1"/>
          </p:cNvPicPr>
          <p:nvPr/>
        </p:nvPicPr>
        <p:blipFill>
          <a:blip r:embed="rId15"/>
          <a:srcRect l="0" r="0" t="-1282" b="-1282"/>
          <a:stretch/>
        </p:blipFill>
        <p:spPr>
          <a:xfrm rot="240000">
            <a:off x="10648887" y="4656944"/>
            <a:ext cx="247650" cy="254000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 rot="240000">
            <a:off x="10983576" y="4687994"/>
            <a:ext cx="3746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Zod</a:t>
            </a:r>
            <a:endParaRPr lang="en-US" sz="1400" dirty="0"/>
          </a:p>
        </p:txBody>
      </p:sp>
      <p:sp>
        <p:nvSpPr>
          <p:cNvPr id="47" name="Shape 30"/>
          <p:cNvSpPr/>
          <p:nvPr/>
        </p:nvSpPr>
        <p:spPr>
          <a:xfrm rot="21480000">
            <a:off x="9363075" y="5286375"/>
            <a:ext cx="15049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48" name="Image 15" descr="TMDB API logo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 rot="21480000">
            <a:off x="9480711" y="5377135"/>
            <a:ext cx="254000" cy="25400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 rot="21480000">
            <a:off x="9823644" y="5356811"/>
            <a:ext cx="9144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TMDB API</a:t>
            </a:r>
            <a:endParaRPr lang="en-US" sz="1400" dirty="0"/>
          </a:p>
        </p:txBody>
      </p:sp>
      <p:sp>
        <p:nvSpPr>
          <p:cNvPr id="50" name="Shape 32"/>
          <p:cNvSpPr/>
          <p:nvPr/>
        </p:nvSpPr>
        <p:spPr>
          <a:xfrm rot="21420000">
            <a:off x="4238625" y="587375"/>
            <a:ext cx="11747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51" name="Image 16" descr="React logo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 rot="21420000">
            <a:off x="4356570" y="678346"/>
            <a:ext cx="254000" cy="254000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 rot="21420000">
            <a:off x="4699518" y="656077"/>
            <a:ext cx="5397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400" dirty="0"/>
          </a:p>
        </p:txBody>
      </p:sp>
      <p:sp>
        <p:nvSpPr>
          <p:cNvPr id="53" name="Shape 34"/>
          <p:cNvSpPr/>
          <p:nvPr/>
        </p:nvSpPr>
        <p:spPr>
          <a:xfrm rot="120000">
            <a:off x="5489575" y="447675"/>
            <a:ext cx="17272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54" name="Image 17" descr="TypeScript logo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 rot="120000">
            <a:off x="5607427" y="499093"/>
            <a:ext cx="254000" cy="254000"/>
          </a:xfrm>
          <a:prstGeom prst="rect">
            <a:avLst/>
          </a:prstGeom>
        </p:spPr>
      </p:pic>
      <p:sp>
        <p:nvSpPr>
          <p:cNvPr id="55" name="Text 35"/>
          <p:cNvSpPr/>
          <p:nvPr/>
        </p:nvSpPr>
        <p:spPr>
          <a:xfrm rot="120000">
            <a:off x="5948657" y="527053"/>
            <a:ext cx="9906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56" name="Shape 36"/>
          <p:cNvSpPr/>
          <p:nvPr/>
        </p:nvSpPr>
        <p:spPr>
          <a:xfrm rot="21480000">
            <a:off x="6988175" y="663575"/>
            <a:ext cx="17272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57" name="Image 18" descr="JavaScript logo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 rot="21480000">
            <a:off x="7106027" y="758207"/>
            <a:ext cx="254000" cy="254000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 rot="21480000">
            <a:off x="7447803" y="736926"/>
            <a:ext cx="9715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59" name="Shape 38"/>
          <p:cNvSpPr/>
          <p:nvPr/>
        </p:nvSpPr>
        <p:spPr>
          <a:xfrm rot="180000">
            <a:off x="3635375" y="5591175"/>
            <a:ext cx="161925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60" name="Image 19" descr="shadcn/ui logo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 rot="180000">
            <a:off x="3753625" y="5634622"/>
            <a:ext cx="254000" cy="254000"/>
          </a:xfrm>
          <a:prstGeom prst="rect">
            <a:avLst/>
          </a:prstGeom>
        </p:spPr>
      </p:pic>
      <p:sp>
        <p:nvSpPr>
          <p:cNvPr id="61" name="Text 39"/>
          <p:cNvSpPr/>
          <p:nvPr/>
        </p:nvSpPr>
        <p:spPr>
          <a:xfrm rot="180000">
            <a:off x="4093703" y="5672777"/>
            <a:ext cx="90805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shadcn/ui</a:t>
            </a:r>
            <a:endParaRPr lang="en-US" sz="1400" dirty="0"/>
          </a:p>
        </p:txBody>
      </p:sp>
      <p:sp>
        <p:nvSpPr>
          <p:cNvPr id="62" name="Shape 40"/>
          <p:cNvSpPr/>
          <p:nvPr/>
        </p:nvSpPr>
        <p:spPr>
          <a:xfrm rot="21480000">
            <a:off x="5400675" y="5718175"/>
            <a:ext cx="13970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63" name="Image 20" descr="i18next logo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 rot="21480000">
            <a:off x="5518427" y="5807046"/>
            <a:ext cx="254000" cy="254000"/>
          </a:xfrm>
          <a:prstGeom prst="rect">
            <a:avLst/>
          </a:prstGeom>
        </p:spPr>
      </p:pic>
      <p:sp>
        <p:nvSpPr>
          <p:cNvPr id="64" name="Text 41"/>
          <p:cNvSpPr/>
          <p:nvPr/>
        </p:nvSpPr>
        <p:spPr>
          <a:xfrm rot="21480000">
            <a:off x="5862925" y="5791102"/>
            <a:ext cx="6604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i18next</a:t>
            </a:r>
            <a:endParaRPr lang="en-US" sz="1400" dirty="0"/>
          </a:p>
        </p:txBody>
      </p:sp>
      <p:sp>
        <p:nvSpPr>
          <p:cNvPr id="65" name="Shape 42"/>
          <p:cNvSpPr/>
          <p:nvPr/>
        </p:nvSpPr>
        <p:spPr>
          <a:xfrm rot="180000">
            <a:off x="7026275" y="5540375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66" name="Image 21" descr="Jest logo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 rot="180000">
            <a:off x="7144146" y="5598278"/>
            <a:ext cx="254000" cy="254000"/>
          </a:xfrm>
          <a:prstGeom prst="rect">
            <a:avLst/>
          </a:prstGeom>
        </p:spPr>
      </p:pic>
      <p:sp>
        <p:nvSpPr>
          <p:cNvPr id="67" name="Text 43"/>
          <p:cNvSpPr/>
          <p:nvPr/>
        </p:nvSpPr>
        <p:spPr>
          <a:xfrm rot="180000">
            <a:off x="7485997" y="5623714"/>
            <a:ext cx="4191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DEB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Jest</a:t>
            </a:r>
            <a:endParaRPr lang="en-US" sz="1400" dirty="0"/>
          </a:p>
        </p:txBody>
      </p:sp>
      <p:sp>
        <p:nvSpPr>
          <p:cNvPr id="68" name="Text 44"/>
          <p:cNvSpPr/>
          <p:nvPr/>
        </p:nvSpPr>
        <p:spPr>
          <a:xfrm>
            <a:off x="3479800" y="2147689"/>
            <a:ext cx="52324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9" name="Text 45"/>
          <p:cNvSpPr/>
          <p:nvPr>
            <p:ph type="title"/>
          </p:nvPr>
        </p:nvSpPr>
        <p:spPr>
          <a:xfrm>
            <a:off x="3479800" y="2574330"/>
            <a:ext cx="5232400" cy="1366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 forget what to watch next and where they stopped.</a:t>
            </a:r>
            <a:endParaRPr lang="en-US" sz="3200" dirty="0"/>
          </a:p>
        </p:txBody>
      </p:sp>
      <p:sp>
        <p:nvSpPr>
          <p:cNvPr id="70" name="Text 46"/>
          <p:cNvSpPr/>
          <p:nvPr/>
        </p:nvSpPr>
        <p:spPr>
          <a:xfrm>
            <a:off x="3610610" y="4093071"/>
            <a:ext cx="497078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F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place to find, save and track your series.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x, a cartoon young man on a sofa, scratching his head with a phone in his hand">    </p:cNvPr>
          <p:cNvPicPr>
            <a:picLocks noChangeAspect="1"/>
          </p:cNvPicPr>
          <p:nvPr/>
        </p:nvPicPr>
        <p:blipFill>
          <a:blip r:embed="rId1"/>
          <a:srcRect l="0" r="0" t="43" b="43"/>
          <a:stretch/>
        </p:blipFill>
        <p:spPr>
          <a:xfrm>
            <a:off x="812800" y="812800"/>
            <a:ext cx="4191000" cy="5232400"/>
          </a:xfrm>
          <a:prstGeom prst="roundRect">
            <a:avLst>
              <a:gd name="adj" fmla="val 424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613400" y="2339677"/>
            <a:ext cx="593877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MAX</a:t>
            </a:r>
            <a:endParaRPr lang="en-US" sz="14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5613400" y="2817118"/>
            <a:ext cx="5938774" cy="64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96"/>
              </a:lnSpc>
              <a:buNone/>
            </a:pPr>
            <a:r>
              <a:rPr lang="en-US" sz="4800" b="1" i="0" spc="-100" kern="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 loves TV series.</a:t>
            </a:r>
            <a:endParaRPr lang="en-US" sz="4800" dirty="0"/>
          </a:p>
        </p:txBody>
      </p:sp>
      <p:pic>
        <p:nvPicPr>
          <p:cNvPr id="5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13400" y="3705523"/>
            <a:ext cx="279400" cy="279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19800" y="3667423"/>
            <a:ext cx="39002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6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Forgets what to watch next</a:t>
            </a:r>
            <a:endParaRPr lang="en-US" sz="2000" dirty="0"/>
          </a:p>
        </p:txBody>
      </p:sp>
      <p:pic>
        <p:nvPicPr>
          <p:cNvPr id="7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13400" y="4200823"/>
            <a:ext cx="279400" cy="279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9800" y="4162723"/>
            <a:ext cx="37704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6E3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Forgets where he stopped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6064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3649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i="0" spc="-75" kern="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want to improve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5975" y="3230265"/>
            <a:ext cx="2482850" cy="1763911"/>
          </a:xfrm>
          <a:prstGeom prst="roundRect">
            <a:avLst>
              <a:gd name="adj" fmla="val 846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</p:spPr>
      </p:sp>
      <p:pic>
        <p:nvPicPr>
          <p:cNvPr id="5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351284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4097040"/>
            <a:ext cx="2027555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Animations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508375" y="3230265"/>
            <a:ext cx="2482850" cy="1763911"/>
          </a:xfrm>
          <a:prstGeom prst="roundRect">
            <a:avLst>
              <a:gd name="adj" fmla="val 846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</p:spPr>
      </p:sp>
      <p:pic>
        <p:nvPicPr>
          <p:cNvPr id="8" name="Image 1" descr="PaperPla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5550" y="3512840"/>
            <a:ext cx="40640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5550" y="4097040"/>
            <a:ext cx="202755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verification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00775" y="3230265"/>
            <a:ext cx="2482850" cy="1763911"/>
          </a:xfrm>
          <a:prstGeom prst="roundRect">
            <a:avLst>
              <a:gd name="adj" fmla="val 846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</p:spPr>
      </p:sp>
      <p:pic>
        <p:nvPicPr>
          <p:cNvPr id="11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7950" y="3512840"/>
            <a:ext cx="40640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57950" y="4097040"/>
            <a:ext cx="2027555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Series filters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93175" y="3230265"/>
            <a:ext cx="2482850" cy="1763911"/>
          </a:xfrm>
          <a:prstGeom prst="roundRect">
            <a:avLst>
              <a:gd name="adj" fmla="val 8460"/>
            </a:avLst>
          </a:prstGeom>
          <a:solidFill>
            <a:srgbClr val="1B1B22"/>
          </a:solidFill>
          <a:ln w="6350">
            <a:solidFill>
              <a:srgbClr val="33333D"/>
            </a:solidFill>
            <a:prstDash val="solid"/>
          </a:ln>
        </p:spPr>
      </p:sp>
      <p:pic>
        <p:nvPicPr>
          <p:cNvPr id="14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50350" y="3512840"/>
            <a:ext cx="406400" cy="406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50350" y="4097040"/>
            <a:ext cx="2027555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Black list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x smiling and waving goodbye with a phone in his hand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7493000" y="457200"/>
            <a:ext cx="3556000" cy="4445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2534940"/>
            <a:ext cx="627888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spc="-150" kern="0" dirty="0">
                <a:solidFill>
                  <a:srgbClr val="F3F1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12800" y="3728740"/>
            <a:ext cx="58864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CF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Tracker team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12800" y="6202759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A3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Tech Studio · SoftServe Academy · October 12,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ies Tracker — Demo Slides">
  <a:themeElements>
    <a:clrScheme name="Series Tracker — Demo Slides">
      <a:dk1>
        <a:srgbClr val="121218"/>
      </a:dk1>
      <a:lt1>
        <a:srgbClr val="F3F1EE"/>
      </a:lt1>
      <a:dk2>
        <a:srgbClr val="29282D"/>
      </a:dk2>
      <a:lt2>
        <a:srgbClr val="BBB9B9"/>
      </a:lt2>
      <a:accent1>
        <a:srgbClr val="FB7185"/>
      </a:accent1>
      <a:accent2>
        <a:srgbClr val="3B0C17"/>
      </a:accent2>
      <a:accent3>
        <a:srgbClr val="0F766E"/>
      </a:accent3>
      <a:accent4>
        <a:srgbClr val="1D4ED8"/>
      </a:accent4>
      <a:accent5>
        <a:srgbClr val="7E22CE"/>
      </a:accent5>
      <a:accent6>
        <a:srgbClr val="CFCBD6"/>
      </a:accent6>
      <a:hlink>
        <a:srgbClr val="0563C1"/>
      </a:hlink>
      <a:folHlink>
        <a:srgbClr val="954F72"/>
      </a:folHlink>
    </a:clrScheme>
    <a:fontScheme name="Series Tracker — Demo Slides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Tracker — Demo Slides</dc:title>
  <dc:subject/>
  <dc:creator/>
  <cp:lastModifiedBy/>
  <cp:revision>1</cp:revision>
  <dcterms:created xsi:type="dcterms:W3CDTF">2026-10-12T11:18:32Z</dcterms:created>
  <dcterms:modified xsi:type="dcterms:W3CDTF">2026-10-12T11:18:32Z</dcterms:modified>
</cp:coreProperties>
</file>